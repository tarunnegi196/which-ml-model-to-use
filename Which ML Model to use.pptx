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08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71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09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43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7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3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213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526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8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572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32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 dirty="0"/>
              <a:t>ML Model Selection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115" y="1554480"/>
            <a:ext cx="3712555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400" dirty="0"/>
              <a:t>WHAT am I predicting?</a:t>
            </a:r>
          </a:p>
          <a:p>
            <a:endParaRPr dirty="0"/>
          </a:p>
          <a:p>
            <a:r>
              <a:rPr dirty="0"/>
              <a:t>• A number → Regression</a:t>
            </a:r>
          </a:p>
          <a:p>
            <a:r>
              <a:rPr dirty="0"/>
              <a:t>• A category /Yes–No → Classification</a:t>
            </a:r>
          </a:p>
          <a:p>
            <a:r>
              <a:rPr dirty="0"/>
              <a:t>• Continuous vs Discrete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92951" y="1531856"/>
            <a:ext cx="2542556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400" dirty="0"/>
              <a:t>HOW is my data?</a:t>
            </a:r>
          </a:p>
          <a:p>
            <a:endParaRPr dirty="0"/>
          </a:p>
          <a:p>
            <a:r>
              <a:rPr dirty="0"/>
              <a:t>• Small or large dataset</a:t>
            </a:r>
            <a:r>
              <a:rPr lang="en-US" dirty="0"/>
              <a:t>?</a:t>
            </a:r>
            <a:endParaRPr dirty="0"/>
          </a:p>
          <a:p>
            <a:r>
              <a:rPr dirty="0"/>
              <a:t>• Clean or noisy</a:t>
            </a:r>
            <a:r>
              <a:rPr lang="en-US" dirty="0"/>
              <a:t>?</a:t>
            </a:r>
            <a:endParaRPr dirty="0"/>
          </a:p>
          <a:p>
            <a:r>
              <a:rPr dirty="0"/>
              <a:t>• Simple patterns</a:t>
            </a:r>
            <a:r>
              <a:rPr lang="en-US" dirty="0"/>
              <a:t>?</a:t>
            </a:r>
            <a:endParaRPr dirty="0"/>
          </a:p>
          <a:p>
            <a:r>
              <a:rPr dirty="0"/>
              <a:t>• Tabular, text, or image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47422" y="1545550"/>
            <a:ext cx="2733441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400" dirty="0"/>
              <a:t>WHY this model?</a:t>
            </a:r>
          </a:p>
          <a:p>
            <a:endParaRPr dirty="0"/>
          </a:p>
          <a:p>
            <a:r>
              <a:rPr dirty="0"/>
              <a:t>• Better accuracy</a:t>
            </a:r>
            <a:r>
              <a:rPr lang="en-US" dirty="0"/>
              <a:t>?</a:t>
            </a:r>
            <a:endParaRPr dirty="0"/>
          </a:p>
          <a:p>
            <a:r>
              <a:rPr dirty="0"/>
              <a:t>• More stable results</a:t>
            </a:r>
            <a:r>
              <a:rPr lang="en-US" dirty="0"/>
              <a:t>?</a:t>
            </a:r>
            <a:endParaRPr dirty="0"/>
          </a:p>
          <a:p>
            <a:r>
              <a:rPr dirty="0"/>
              <a:t>• Faster to train/use</a:t>
            </a:r>
            <a:r>
              <a:rPr lang="en-US" dirty="0"/>
              <a:t>?</a:t>
            </a:r>
            <a:endParaRPr dirty="0"/>
          </a:p>
          <a:p>
            <a:r>
              <a:rPr dirty="0"/>
              <a:t>• Easier to explain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286000" y="43891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/>
            </a:pPr>
            <a:r>
              <a:rPr dirty="0"/>
              <a:t>↓ Place decision diagram / flowchart here ↓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7B0EB4-D2E0-7E65-7B38-29C60BBE0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606" y="3465792"/>
            <a:ext cx="6438507" cy="33922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7958EB-AAF6-5F8F-5752-AD762377F653}"/>
              </a:ext>
            </a:extLst>
          </p:cNvPr>
          <p:cNvSpPr txBox="1"/>
          <p:nvPr/>
        </p:nvSpPr>
        <p:spPr>
          <a:xfrm>
            <a:off x="7162015" y="946726"/>
            <a:ext cx="46238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Created by Tarun Negi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</TotalTime>
  <Words>93</Words>
  <Application>Microsoft Office PowerPoint</Application>
  <PresentationFormat>On-screen Show 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TARUN NEGI</cp:lastModifiedBy>
  <cp:revision>7</cp:revision>
  <dcterms:created xsi:type="dcterms:W3CDTF">2013-01-27T09:14:16Z</dcterms:created>
  <dcterms:modified xsi:type="dcterms:W3CDTF">2026-01-15T16:27:45Z</dcterms:modified>
  <cp:category/>
</cp:coreProperties>
</file>